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Proposing Microsoft Defender for Vulnerability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Security Posture Management for Modern Organizations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Microsoft Defender for Vulnerability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Microsoft Defender for Vulnerability Management (MDVM) identifies and remediates vulnerabilities.</a:t>
            </a:r>
          </a:p>
          <a:p>
            <a:r>
              <a:t>• Provides real-time visibility into security posture across devices, apps, and cloud environments.</a:t>
            </a:r>
          </a:p>
          <a:p>
            <a:r>
              <a:t>• Built-in prioritization helps focus on critical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Discover: Identify vulnerabilities and misconfigurations across assets.</a:t>
            </a:r>
          </a:p>
          <a:p>
            <a:r>
              <a:t>2. Assess: Analyze risk levels using advanced threat intelligence and prioritization.</a:t>
            </a:r>
          </a:p>
          <a:p>
            <a:r>
              <a:t>3. Remediate: Provide actionable guidance for fixing vulnerabilities.</a:t>
            </a:r>
          </a:p>
          <a:p>
            <a:r>
              <a:t>4. Monitor: Continuously track vulnerabilities and security posture improvements.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Microsoft Defender for Vulnerability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Comprehensive Visibility: Real-time insights into vulnerabilities.</a:t>
            </a:r>
          </a:p>
          <a:p>
            <a:r>
              <a:rPr dirty="0"/>
              <a:t>• Intelligent Prioritization: Focus on the most critical issues.</a:t>
            </a:r>
          </a:p>
          <a:p>
            <a:r>
              <a:rPr dirty="0"/>
              <a:t>• Seamless Integration: Works across Microsoft and third-party environments.</a:t>
            </a:r>
          </a:p>
          <a:p>
            <a:r>
              <a:rPr dirty="0"/>
              <a:t>• Proactive Protection: Reduce attack surface and improve overall security posture.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on Investment (ROI)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• Reduce downtime caused by security incidents.</a:t>
            </a:r>
          </a:p>
          <a:p>
            <a:r>
              <a:rPr sz="2400" dirty="0"/>
              <a:t>• Lower operational costs by automating vulnerability management tasks.</a:t>
            </a:r>
          </a:p>
          <a:p>
            <a:r>
              <a:rPr sz="2400" dirty="0"/>
              <a:t>• Improve compliance with regulatory frameworks (e.g., GDPR, PCI DSS).</a:t>
            </a:r>
          </a:p>
          <a:p>
            <a:r>
              <a:rPr sz="2400" dirty="0"/>
              <a:t>• Enhance overall security maturity, reducing breach likelihood.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 Hours to Perform Vulnerability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/>
              <a:t>• Manual Processes:</a:t>
            </a:r>
          </a:p>
          <a:p>
            <a:r>
              <a:rPr sz="1400" dirty="0"/>
              <a:t>  - Asset Discovery: ~20 hours/month.</a:t>
            </a:r>
          </a:p>
          <a:p>
            <a:r>
              <a:rPr sz="1400" dirty="0"/>
              <a:t>  - Vulnerability Assessment: ~30 hours/month.</a:t>
            </a:r>
          </a:p>
          <a:p>
            <a:r>
              <a:rPr sz="1400" dirty="0"/>
              <a:t>  - Remediation Tracking: ~15 hours/month.</a:t>
            </a:r>
          </a:p>
          <a:p>
            <a:endParaRPr sz="1400" dirty="0"/>
          </a:p>
          <a:p>
            <a:r>
              <a:rPr sz="1400" dirty="0"/>
              <a:t>• With MDVM:</a:t>
            </a:r>
          </a:p>
          <a:p>
            <a:r>
              <a:rPr sz="1400" dirty="0"/>
              <a:t>  - Automates discovery, assessment, and tracking.</a:t>
            </a:r>
          </a:p>
          <a:p>
            <a:r>
              <a:rPr sz="1400" dirty="0"/>
              <a:t>  - Saves ~50% of time spent on manual efforts.</a:t>
            </a:r>
          </a:p>
          <a:p>
            <a:r>
              <a:rPr sz="1400" dirty="0"/>
              <a:t>  - Allows security teams to focus on critical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 More About Microsoft Defender for Vulnerability Management.</a:t>
            </a:r>
          </a:p>
          <a:p>
            <a:r>
              <a:t>• Contact Us to Schedule a Demo or Consultation.</a:t>
            </a:r>
          </a:p>
          <a:p>
            <a:r>
              <a:t>• Let’s Secure Your Environment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322</Words>
  <Application>Microsoft Office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Proposing Microsoft Defender for Vulnerability Management</vt:lpstr>
      <vt:lpstr>Introduction to Microsoft Defender for Vulnerability Management</vt:lpstr>
      <vt:lpstr>How It Works</vt:lpstr>
      <vt:lpstr>Benefits of Microsoft Defender for Vulnerability Management</vt:lpstr>
      <vt:lpstr>Return on Investment (ROI)</vt:lpstr>
      <vt:lpstr>Man Hours to Perform Vulnerability Management</vt:lpstr>
      <vt:lpstr>Call to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sandeepj 0352</cp:lastModifiedBy>
  <cp:revision>2</cp:revision>
  <dcterms:created xsi:type="dcterms:W3CDTF">2013-01-27T09:14:16Z</dcterms:created>
  <dcterms:modified xsi:type="dcterms:W3CDTF">2024-12-26T16:26:05Z</dcterms:modified>
  <cp:category/>
</cp:coreProperties>
</file>