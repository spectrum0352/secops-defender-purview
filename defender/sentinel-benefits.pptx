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Benefits of Microsoft Sentinel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Empowering Security Operations for Business Success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Microsoft Sentinel?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Microsoft Sentinel is a scalable, cloud-native security information and event management (SIEM) solution that delivers intelligent security analytics and threat intelligence.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Benefits for Your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Enhanced Threat Detection: Leverages AI to identify and mitigate risks proactively.</a:t>
            </a:r>
          </a:p>
          <a:p>
            <a:r>
              <a:t>- Cost Efficiency: Reduces infrastructure costs with its cloud-native design.</a:t>
            </a:r>
          </a:p>
          <a:p>
            <a:r>
              <a:t>- Scalability: Easily adapts to your business growth and evolving security needs.</a:t>
            </a:r>
          </a:p>
          <a:p>
            <a:r>
              <a:t>- Integrated Insights: Combines security analytics with Microsoft 365 and Azure data.</a:t>
            </a:r>
          </a:p>
          <a:p>
            <a:r>
              <a:t>- Rapid Response: Enables automated responses to security incidents.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Diagram: Cloud-native SIEM with integrations for log data, threat intelligence, AI analytics, and automated responses.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CEOs Should Invest in Microsoft Sentinel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Risk Mitigation: Strengthens organizational resilience against cyber threats.</a:t>
            </a:r>
          </a:p>
          <a:p>
            <a:r>
              <a:t>- Strategic Alignment: Supports compliance with ISO 27001, PCI DSS, and other standards.</a:t>
            </a:r>
          </a:p>
          <a:p>
            <a:r>
              <a:t>- Operational Efficiency: Allows IT teams to focus on strategic initiatives.</a:t>
            </a:r>
          </a:p>
          <a:p>
            <a:r>
              <a:t>- Brand Reputation: Protects against data breaches and ensures trust.</a:t>
            </a:r>
          </a:p>
          <a:p>
            <a:r>
              <a:t>- Data-Driven Decisions: Provides actionable security insights for leadership.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 the Next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Partner with us to implement Microsoft Sentinel and secure your organization. Let's proactively safeguard your business operations.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